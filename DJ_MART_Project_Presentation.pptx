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A880"/>
          </a:solidFill>
          <a:ln/>
        </p:spPr>
      </p:sp>
      <p:pic>
        <p:nvPicPr>
          <p:cNvPr id="3" name="Image 0" descr="D:\Dj Mart\src\main\webapp\static\images\dj_mart_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731520"/>
            <a:ext cx="2194560" cy="914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1828800"/>
            <a:ext cx="3108960" cy="320040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PROJECT PRESENTATION &amp; VIVA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22860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 MART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 Website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D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"Smart, Simple &amp; Convenient Online Shopping"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663440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663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Developed using Antigravity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0" y="1645920"/>
            <a:ext cx="4297680" cy="4297680"/>
          </a:xfrm>
          <a:prstGeom prst="roundRect">
            <a:avLst>
              <a:gd name="adj" fmla="val 319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1920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DETAILS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NAME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49808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E-Commerce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0" y="28803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NAME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49808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/ Student Name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98080" y="33832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NUMBER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498080" y="3566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[Register Number]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98080" y="3886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498080" y="4069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Dept. of Computer Science &amp; Engg.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98080" y="43891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DEGREE &amp; YEAR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498080" y="4572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B.E. / B.Tech (Final Year)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98080" y="48920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498080" y="5074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[Engineering College / University]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98080" y="53949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498080" y="5577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– 2026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Modern Online Shopping Platform for Effortless Retail Convenience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🛍️  Online Product Browsing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Intuitive catalog exploration enabling users to effortlessly discover luxury, electronic, fashion, and everyday products from any device.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0574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Real-Time Product Discovery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keyword search coupled with dynamic category filtering allowing shoppers to find target items in milliseconds.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0574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Comprehensive Product Details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83880" y="2514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product presentation featuring high-resolution images, transparent pricing in ₹, live inventory badges, and full descriptions.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1605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🛒  Interactive Shopping Cart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617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quantity adjustments (+/-), instant price recalculation, item removal, and persistent session storage without page reloads.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39319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1605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Streamlined Online Ordering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4617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Frictionless checkout experience with complete delivery address capture, payment preference, and instant order confirmation.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0" y="39319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41605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 User-Friendly &amp; Responsive UI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83880" y="4617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premium luxury design aesthetic crafted with mobile-first responsiveness, ensuring a delightful experience on smartphones, tablets, and desktops.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CHALLENGES &amp; NEED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Addressing Traditional Retail Constraints with a Frictionless Digital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TRADITIONAL SHOPPING PROBLEMS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Mandatory Store Visits: Requires physical commute, fuel costs, traffic congestion, and parking hassles.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3118104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Time-Consuming Process: Hours spent walking physical aisles and standing in long billing queues.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3813048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Difficult Product Comparison: Hard to compare alternative brands, technical specifications, and fair pricing.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4507992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Restricted Operating Hours: Inaccessible outside standard retail hours; no late-night or holiday access.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5202936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Uncertain Inventory Visibility: Customers travel to stores only to discover desired products are out of stock.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011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THE DJ MART DIGITAL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42316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Universal 24/7 Access: Shop from anywhere, anytime using any smartphone, tablet, or laptop.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92240" y="3118104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Sub-Second Checkout: Browse, add to cart, and place orders in under two minutes without queues.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92240" y="3813048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Transparent Comparison: Instant access to prices, specifications, high-res images, and reviews.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0" y="4507992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Always Open &amp; Accessible: Uninterrupted shopping experience available round-the-clock, 365 days a year.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92240" y="5202936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Live Inventory Visibility: Real-time stock indicators prevent ordering out-of-stock items.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SCOPE &amp;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Engineering &amp; Business Goals Established for DJ Mart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 Modern Web 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secure, full-stack e-commerce platform using Antigravity AI engineering.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Intuitive Product Browsing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7889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 an elegant catalog structure across diverse luxury, tech, and lifestyle goods.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Search &amp; Query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7889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rapid keyword search with instantaneous product filtering.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2396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06840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Categorization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06840" y="27889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Organize catalog into distinct categories (Electronics, Fashion, Home, Books).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69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434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Cart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892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adding items, quantity updates (+/-), and real-time total recalculation.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2900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4069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11880" y="4434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Frictionless Checkout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11880" y="4892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an easy order process with address validation and order confirmation.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069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9360" y="4434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User Interface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4892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mobile-first visual design that adapts effortlessly across all screen sizes.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82396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4069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06840" y="4434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Elevate Shopping Experience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06840" y="4892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 a distinctive, luxury brand identity that surpasses generic templates.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&amp; Tools Used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Technologies Actually Implemented &amp; Verified in DJ Mart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1168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DEVELOPMENT ENVIRONMENT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Antigravity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57860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Development Platform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285292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agentic AI coding assistant utilized for full-stack architecture design, Java code implementation, debugging, and verification.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01168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TECHNOLOGIES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2240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HTML5, CSS3 &amp; Vanilla JS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57860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Interface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0" y="285292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luxury design system with CSS custom properties (variables), native ES6+ JavaScript API client, and zero heavy frontend dependencies.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01168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PRESENTATION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183880" y="2240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Jakarta Server Pages (JSP)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257860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Layer &amp; Templates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83880" y="285292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Jakarta JSP 3.1 &amp; JSTL 3.0 standard tag library for clean, secure server-rendered pages with XSS escaping and modular header/footer components.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31520" y="3977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16052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ARCHITECTURE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0120" y="43891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Jakarta Servlet 6.0 &amp; Java 17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72744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Controllers &amp; Services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60120" y="500176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High-performance Java enterprise web container architecture implementing Layered MVC (Servlets, Filter Chain, Services, and DAOs).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343400" y="3977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16052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RELATIONAL STORAGE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0" y="43891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H2 Relational Database Engine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472744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SQL Data Store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0" y="500176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SQL database (jdbc:h2:./data/djmart) with ACID transactions, foreign keys, CHECK constraints, and automated schema migration.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955280" y="3977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416052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POOL &amp; SECURITY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183880" y="43891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HikariCP 5.1 &amp; jBCrypt Security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83880" y="472744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&amp; Cryptography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183880" y="500176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Blazing-fast connection pooling via HikariCP, salted BCrypt password hashing, and CSRF synchronizer token protection across all state mutations.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DESIGN &amp; 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Multi-Tier Layered MVC Architecture &amp; Complete Request Lifecycle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USER / CLIENT BROWSER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HTML5, CSS3, Vanilla JS (Fetch API)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5176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19202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057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APACHE TOMCAT 10.1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7520" y="2468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Jakarta EE 6 Web Container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19202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057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FILTER CHAIN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0" y="2468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Encoding, Security, CSRF &amp; Auth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4088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0" y="19202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2057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SERVLET CONTROLLERS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06640" y="2468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Product, Cart, Order, Auth Servlets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23544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509760" y="19202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057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SERVICE &amp; DAO LAYER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0" y="2468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OrderService, ProductDAO, HikariCP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 [HikariCP Connection Pool]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89520" y="356616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17255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3749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H2 RELATIONAL DATABASE (SQL ENGINE)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1148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Schema: users, products, orders, order_items, cart_items, reviews</a:t>
            </a:r>
            <a:endParaRPr lang="en-US" sz="8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Embedded Storage: jdbc:h2:./data/djmart;AUTO_SERVER=TRUE</a:t>
            </a:r>
            <a:endParaRPr lang="en-US" sz="8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 Integrity: Strict Foreign Keys &amp; CHECK constraints</a:t>
            </a:r>
            <a:endParaRPr lang="en-US" sz="8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ACID Transactions: Order placement stock decrement rollback protection</a:t>
            </a:r>
            <a:endParaRPr lang="en-US" sz="8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High-Throughput: HikariCP connection pool with 10 max pool size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" y="3566160"/>
            <a:ext cx="658368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7490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RESPONSIBILITIES &amp; SEPARATION OF CONCERNS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406908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Presentation Layer (JSP &amp; JS): Renders dynamic HTML using JSTL and initiates asynchronous JSON API requests.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05840" y="441655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Security Layer (Jakarta Filters): Validates UTF-8 encoding, security headers, CSRF synchronizer tokens, and RBAC authentication.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05840" y="476402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Controller Layer (Servlets): Intercepts HTTP requests, validates inputs, invokes services, and routes to JSPs or JSON.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05840" y="5111496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Business Logic Layer (Services): Enforces business rules, inventory availability, price calculation, and transactional consistency.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05840" y="545896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 Access Layer (DAOs): Executes parameterized JDBC PreparedStatements ensuring 100% defense against SQL injection.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INTERFACE SHOWCASE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 Mart – Home Page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Elegant Landing &amp; Product Discovery Experience with Real-Time Navigation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65836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7" name="Image 0" descr="D:\Dj Mart\presentation\screenshots\slide7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28800"/>
            <a:ext cx="649224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9520" y="1783080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6680" y="1874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Sticky Luxury Navbar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26680" y="2103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official DJ Mart branding, primary navigation links, category dropdowns, dynamic cart counter badge, and user authentication menu.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589520" y="2660904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275234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Integrated Search Bar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26680" y="29809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Allows users to instantly search products by keywords with real-time query handling.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589520" y="3538728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26680" y="36301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Hero Promotional Banner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26680" y="3858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High-impact editorial hero section ("Timeless Elegance, Modern Luxury") establishing an elevated shopping atmosphere.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589520" y="4416552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26680" y="45079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Curated Category Shortcuts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726680" y="47365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access cards for Electronics, Fashion, Home &amp; Kitchen, and Books &amp; Stationery.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589520" y="5294376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6680" y="53858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Featured Product Grid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726680" y="561441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Showcases luxury items with high-res photography, currency pricing in ₹, star ratings, and one-click "Add to Cart" triggers.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&amp; DISCOVERY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Browsing &amp; Details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Catalog Filtering &amp; Detailed Product Presentation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7" name="Image 0" descr="D:\Dj Mart\presentation\screenshots\slide8_produ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28800"/>
            <a:ext cx="512064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3035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LISTING WITH FILTERS &amp; SORT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0" name="Image 1" descr="D:\Dj Mart\presentation\screenshots\slide8_product_detai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828800"/>
            <a:ext cx="5120640" cy="3383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0" y="53035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PRODUCT DETAILS &amp; REVIEWS VIEW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31520" y="557784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565099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CAPABILITIES: • Multi-category filtering (Electronics, Fashion, Home)  • Price sorting (Low to High / High to Low)  • High-resolution photo gallery  • Live stock indicator badges  • Full technical specifications  • Direct "Add to Cart" action with instant feedback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MANAGEMENT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Shopping Cart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Cart Management, Dynamic Price Calculation &amp; Order Review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65836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7" name="Image 0" descr="D:\Dj Mart\presentation\screenshots\slide9_c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28800"/>
            <a:ext cx="649224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9520" y="1783080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6680" y="1874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Selected Product Overview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26680" y="2103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Displays item thumbnails, titles, unit prices, and line-item totals clearly for buyer verification.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589520" y="2660904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275234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Dynamic Quantity Stepper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26680" y="29809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can increment (+) or decrement (-) quantities. JavaScript communicates with /api/v1/cart/items to update subtotals without page reload.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589520" y="3538728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26680" y="36301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Instant Item Removal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26680" y="3858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item deletion updates session cart state and header badge count instantly.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589520" y="4416552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26680" y="45079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Comprehensive Order Summary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726680" y="47365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Itemized price breakdown: cart subtotal, shipping estimates, tax calculation, and final grand total.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589520" y="5294376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6680" y="53858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Direct Checkout Trigger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726680" y="561441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Prominent "Proceed to Checkout" button guiding authenticated customers into fulfillment.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FULFILLMENT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Checkout &amp; Order Process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Transition from Cart Review to Verified Order Confirmation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56692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7" name="Image 0" descr="D:\Dj Mart\presentation\screenshots\slide10_checko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28800"/>
            <a:ext cx="557784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75120" y="1783080"/>
            <a:ext cx="47548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0" y="1965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ORDER EXECUTION FLOW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0" y="2331720"/>
            <a:ext cx="256032" cy="25603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2331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223760" y="22860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Products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223760" y="24871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discovers products and views real-time specifications.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6858000" y="2953512"/>
            <a:ext cx="256032" cy="25603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2953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223760" y="290779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to Cart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223760" y="3108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added to session cart via asynchronous /api/v1/cart/items call.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6858000" y="3575304"/>
            <a:ext cx="256032" cy="25603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3575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223760" y="352958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Cart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223760" y="37307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Quantities verified, price subtotals confirmed by buyer.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6858000" y="4197096"/>
            <a:ext cx="256032" cy="25603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0" y="4197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223760" y="415137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Details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223760" y="435254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Shipping address, phone number, and fulfillment preferences entered.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6858000" y="4818888"/>
            <a:ext cx="256032" cy="25603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58000" y="4818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223760" y="477316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Selection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223760" y="497433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method selected (Cash on Delivery / Instant Checkout).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6858000" y="5440680"/>
            <a:ext cx="256032" cy="25603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58000" y="5440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23760" y="53949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 Order &amp; Commit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23760" y="55961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runs ACID transaction: validates stock, decrements inventory, creates order record, and empties cart.</a:t>
            </a:r>
            <a:endParaRPr lang="en-US" sz="820" dirty="0"/>
          </a:p>
        </p:txBody>
      </p:sp>
      <p:sp>
        <p:nvSpPr>
          <p:cNvPr id="34" name="Text 31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of DJ Mart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Features Implemented &amp; Operational in Current Release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👑  User-Friendly &amp; Classical UI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Distinctive luxury brand visual identity with custom gold accents, deep obsidian typography, and zero generic template styling.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Fast Keyword Product 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2468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bar enabling real-time product discovery across names, categories, and descriptions.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📂  Structured Product Categories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Multi-category taxonomy organizing electronics, fashion, home essentials, and stationery.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82396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Full Product Details 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6840" y="2468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views with high-res photos, detailed specifications, stock count, and price breakdowns.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🛒  Dynamic Interactive Cart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AJAX-powered quantity adjustments (+/-), live total recalculation, and single-click item removal.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 Validated Checkout &amp; Orders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457200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delivery address validation and safe order generation with status tracking.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Mobile-First Responsive Layout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457200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Fluid media queries, slide-out mobile drawer, and touch-optimized buttons (44x44px min).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2396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Enterprise Security Defenses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06840" y="457200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PreparedStatements against SQL injection, CSRF synchronizer tokens, and salted BCrypt passwords.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CROSS-DEVICE COMPATIBILITY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Adaptive Layout Across Desktop, Tablet, and Mobile Formats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7" name="Image 0" descr="D:\Dj Mart\presentation\screenshots\slide12_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28800"/>
            <a:ext cx="3840480" cy="2468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389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DESKTOP DISPLAY (1440px+)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4663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multi-column product grid, sticky horizontal navigation bar, expanded category filter drawer, and detailed cart sidebars.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846320" y="178308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1" name="Image 1" descr="D:\Dj Mart\presentation\screenshots\slide12_table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92040" y="1828800"/>
            <a:ext cx="3383280" cy="2468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4389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TABLET DISPLAY (768px – 1024px)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92040" y="46634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Optimized 2-to-3 column grid, fluid container widths, and collapsible category menus maintaining comfortable touch interaction.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8503920" y="1783080"/>
            <a:ext cx="2926080" cy="3474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5" name="Image 2" descr="D:\Dj Mart\presentation\screenshots\slide12_mobil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49640" y="1828800"/>
            <a:ext cx="2834640" cy="2468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4389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📲 MOBILE DISPLAY (390px)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549640" y="4663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Single-column stacked catalog, slide-out hamburger navigation drawer, and minimum 44x44px touch targets.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731520" y="5486400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14400" y="55961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VISUAL IDENTITY ACROSS ALL SCREENS: The luxury aesthetic—including gold accents, serif typography, high-res photography, and smooth transitions—is preserved uniformly whether accessed from a 4K monitor, iPad, or mobile phone.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 of DJ Mart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Technical &amp; Practical Benefits for Shoppers &amp; Administrators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Simplicity &amp; Ease of Use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Intuitive user interface requiring zero prior training or learning curve.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 Saves Valuable Shopping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2468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travel, parking, and checkout lines; completes purchases in seconds.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Convenient 24/7 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Uninterrupted online availability allows shopping anytime from any location.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82396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Transparent Information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6840" y="2468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stock badges, clear pricing in ₹, and detailed technical specifications.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Lightweight &amp; Blazing Fast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Pure Vanilla JS and optimized Jakarta Servlets avoid heavy framework bloat.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Multi-Device Accessibility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457200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Flawless visual presentation and navigation across desktop, tablet, and mobile.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Enterprise-Grade Security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457200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Salted BCrypt hashing, CSRF synchronizer tokens, and SQLi protection.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2396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Modular &amp; Highly Scalable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06840" y="457200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Layered MVC structure enables simple integration of future enterprise modules.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Roadmap for Future Enterprise Scale &amp; Advanced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 Live Payment Gateway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with Razorpay, Stripe, and UPI for automated real-time digital payments and instant webhooks.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96596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965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1188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🚚  Real-Time Order Tracking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11880" y="2651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parcel status tracker with live carrier integration and map-based delivery updates.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96596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965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30936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❤️  Customer Wishlist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2651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Ability for customers to bookmark luxury products for future purchases and receive price drop alerts.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823960" y="18288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196596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1965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00684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AI-Based Recommendations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06840" y="2651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algorithms suggesting relevant products based on browsing history and affinities.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3152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06908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0690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14400" y="4343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Advanced Seller Management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" y="475488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seller portal with automated inventory alerts, barcode scanning, and bulk CSV uploads.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42900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406908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40690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611880" y="4343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Automated Notifications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11880" y="475488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Multi-channel SMS and Email alerts for order confirmation, shipping updates, and invoice delivery.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12648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406908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0690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309360" y="4343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📲  Native Mobile Applications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09360" y="475488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Cross-platform mobile apps for iOS and Android built using Flutter or React Native for app store distribution.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823960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06840" y="406908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06840" y="40690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9006840" y="4343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Predictive Business Analytics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006840" y="475488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business intelligence dashboards with sales forecasting, customer retention, and inventory churn metrics.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of Project Achievements &amp; Technical Milestones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371600" cy="36576"/>
          </a:xfrm>
          <a:prstGeom prst="rect">
            <a:avLst/>
          </a:prstGeom>
          <a:solidFill>
            <a:srgbClr val="C5A880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 Successful Development Using Antigravity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successfully demonstrates the rapid, robust development of a modern e-commerce web application using Google Antigravity, achieving clean architecture and enterprise code quality.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0574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Complete End-to-End Shopping Experience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468880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 an operational shopping workflow from catalog exploration, real-time search, and category filtering to cart adjustments, address capture, and atomic order placement.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2062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Demonstration of Modern Web Concepts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617720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Proved the effectiveness of Jakarta EE 6 Servlets, JSTL server rendering, Vanilla JS API clients, H2 SQL database transactions, and bank-grade OWASP security protections.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3977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2062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Extensible &amp; Production-Ready Foundation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617720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layered MVC codebase adheres to industry separation-of-concerns principles, establishing a solid foundation primed for live payment gateways and multi-cloud deployment.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A880"/>
          </a:solidFill>
          <a:ln/>
        </p:spPr>
      </p:sp>
      <p:pic>
        <p:nvPicPr>
          <p:cNvPr id="3" name="Image 0" descr="D:\Dj Mart\src\main\webapp\static\images\dj_mart_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18304" y="914400"/>
            <a:ext cx="274320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9456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Answers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14400" y="384048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D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"Smart, Simple &amp; Convenient Online Shopping"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346704" y="44348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29584" y="4617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529584" y="49834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Project Presentation &amp; Viva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 2025 –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 MART — E-Commerce Website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89120" y="6400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using Antigravity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2026-09-21T04:34:22Z</dcterms:created>
  <dcterms:modified xsi:type="dcterms:W3CDTF">2026-09-21T04:34:22Z</dcterms:modified>
</cp:coreProperties>
</file>